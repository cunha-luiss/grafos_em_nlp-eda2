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Montserrat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Open Sans" charset="1" panose="020B0606030504020204"/>
      <p:regular r:id="rId23"/>
    </p:embeddedFont>
    <p:embeddedFont>
      <p:font typeface="Canva Sans" charset="1" panose="020B0503030501040103"/>
      <p:regular r:id="rId24"/>
    </p:embeddedFont>
    <p:embeddedFont>
      <p:font typeface="Poppins Bold" charset="1" panose="000008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14.png" Type="http://schemas.openxmlformats.org/officeDocument/2006/relationships/image"/><Relationship Id="rId4" Target="../media/image15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3.png" Type="http://schemas.openxmlformats.org/officeDocument/2006/relationships/image"/><Relationship Id="rId5" Target="../media/image34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5.png" Type="http://schemas.openxmlformats.org/officeDocument/2006/relationships/image"/><Relationship Id="rId5" Target="../media/image35.png" Type="http://schemas.openxmlformats.org/officeDocument/2006/relationships/image"/><Relationship Id="rId6" Target="../media/image3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762772" cy="709824"/>
          </a:xfrm>
          <a:custGeom>
            <a:avLst/>
            <a:gdLst/>
            <a:ahLst/>
            <a:cxnLst/>
            <a:rect r="r" b="b" t="t" l="l"/>
            <a:pathLst>
              <a:path h="709824" w="762772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48693" y="1383612"/>
            <a:ext cx="6310607" cy="7200900"/>
          </a:xfrm>
          <a:custGeom>
            <a:avLst/>
            <a:gdLst/>
            <a:ahLst/>
            <a:cxnLst/>
            <a:rect r="r" b="b" t="t" l="l"/>
            <a:pathLst>
              <a:path h="7200900" w="6310607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519831" y="-691855"/>
            <a:ext cx="1676063" cy="11497700"/>
            <a:chOff x="0" y="0"/>
            <a:chExt cx="441432" cy="30282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41432" cy="3028201"/>
            </a:xfrm>
            <a:custGeom>
              <a:avLst/>
              <a:gdLst/>
              <a:ahLst/>
              <a:cxnLst/>
              <a:rect r="r" b="b" t="t" l="l"/>
              <a:pathLst>
                <a:path h="3028201" w="441432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7" id="7"/>
          <p:cNvSpPr/>
          <p:nvPr/>
        </p:nvSpPr>
        <p:spPr>
          <a:xfrm flipH="true" flipV="true">
            <a:off x="1047750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flipH="true" flipV="true">
            <a:off x="1191738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flipH="true" flipV="true">
            <a:off x="1335726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flipH="true" flipV="true">
            <a:off x="16952274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17096262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flipV="true">
            <a:off x="17240250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12821873" y="8431133"/>
            <a:ext cx="3308669" cy="1654334"/>
          </a:xfrm>
          <a:custGeom>
            <a:avLst/>
            <a:gdLst/>
            <a:ahLst/>
            <a:cxnLst/>
            <a:rect r="r" b="b" t="t" l="l"/>
            <a:pathLst>
              <a:path h="1654334" w="3308669">
                <a:moveTo>
                  <a:pt x="0" y="0"/>
                </a:moveTo>
                <a:lnTo>
                  <a:pt x="3308668" y="0"/>
                </a:lnTo>
                <a:lnTo>
                  <a:pt x="3308668" y="1654334"/>
                </a:lnTo>
                <a:lnTo>
                  <a:pt x="0" y="16543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2628993"/>
            <a:ext cx="9395007" cy="4888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05"/>
              </a:lnSpc>
            </a:pPr>
            <a:r>
              <a:rPr lang="en-US" sz="121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Detecção de</a:t>
            </a:r>
          </a:p>
          <a:p>
            <a:pPr algn="l">
              <a:lnSpc>
                <a:spcPts val="12705"/>
              </a:lnSpc>
            </a:pPr>
            <a:r>
              <a:rPr lang="en-US" sz="121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tópicos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962956" y="972764"/>
            <a:ext cx="4324798" cy="1047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EDA 2 2026.1 T01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Grupo 11 (Tema D)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86918" y="7662142"/>
            <a:ext cx="10180361" cy="566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 spc="-63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Transformando dados em estratégia de negócio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45029" y="2052305"/>
            <a:ext cx="7314271" cy="6182391"/>
          </a:xfrm>
          <a:custGeom>
            <a:avLst/>
            <a:gdLst/>
            <a:ahLst/>
            <a:cxnLst/>
            <a:rect r="r" b="b" t="t" l="l"/>
            <a:pathLst>
              <a:path h="6182391" w="7314271">
                <a:moveTo>
                  <a:pt x="0" y="0"/>
                </a:moveTo>
                <a:lnTo>
                  <a:pt x="7314271" y="0"/>
                </a:lnTo>
                <a:lnTo>
                  <a:pt x="7314271" y="6182390"/>
                </a:lnTo>
                <a:lnTo>
                  <a:pt x="0" y="61823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23950"/>
            <a:ext cx="7736587" cy="124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68124"/>
            <a:ext cx="7140660" cy="5118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39"/>
              </a:lnSpc>
            </a:pPr>
            <a:r>
              <a:rPr lang="en-US" sz="35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Nossa equipe foi contratada por um resort de esportes que oferece todas as modalidades olímpicas aos seus hóspedes.</a:t>
            </a:r>
          </a:p>
          <a:p>
            <a:pPr algn="just">
              <a:lnSpc>
                <a:spcPts val="5039"/>
              </a:lnSpc>
            </a:pPr>
          </a:p>
          <a:p>
            <a:pPr algn="just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Nossa tarefa é organizar o site deles em áreas de interesse / categorias de esportes.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4080713"/>
            <a:ext cx="8350744" cy="5177587"/>
          </a:xfrm>
          <a:custGeom>
            <a:avLst/>
            <a:gdLst/>
            <a:ahLst/>
            <a:cxnLst/>
            <a:rect r="r" b="b" t="t" l="l"/>
            <a:pathLst>
              <a:path h="5177587" w="8350744">
                <a:moveTo>
                  <a:pt x="0" y="0"/>
                </a:moveTo>
                <a:lnTo>
                  <a:pt x="8350744" y="0"/>
                </a:lnTo>
                <a:lnTo>
                  <a:pt x="8350744" y="5177587"/>
                </a:lnTo>
                <a:lnTo>
                  <a:pt x="0" y="5177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5974720" y="1028700"/>
            <a:ext cx="1284580" cy="1284580"/>
          </a:xfrm>
          <a:custGeom>
            <a:avLst/>
            <a:gdLst/>
            <a:ahLst/>
            <a:cxnLst/>
            <a:rect r="r" b="b" t="t" l="l"/>
            <a:pathLst>
              <a:path h="1284580" w="1284580">
                <a:moveTo>
                  <a:pt x="1284580" y="1284580"/>
                </a:moveTo>
                <a:lnTo>
                  <a:pt x="0" y="1284580"/>
                </a:lnTo>
                <a:lnTo>
                  <a:pt x="0" y="0"/>
                </a:lnTo>
                <a:lnTo>
                  <a:pt x="1284580" y="0"/>
                </a:lnTo>
                <a:lnTo>
                  <a:pt x="1284580" y="128458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9346453" cy="247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entrada de dados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375153" y="3975938"/>
            <a:ext cx="6884147" cy="3842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Coletamos a descrição dos esportes olímpicos da wikipédia e usamos a biblioteca spaCy (Python) para buscar as palavras chaves das descrições.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114621" y="415289"/>
            <a:ext cx="5046226" cy="61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João Pedro e Luís Felipe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7431" y="453681"/>
            <a:ext cx="5988397" cy="124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Solução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93760" y="1863733"/>
            <a:ext cx="12541102" cy="1289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39"/>
              </a:lnSpc>
            </a:pPr>
            <a:r>
              <a:rPr lang="en-US" sz="35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Usando o json criamos grafos ponderados</a:t>
            </a:r>
          </a:p>
          <a:p>
            <a:pPr algn="just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Peso = características em comum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291060" y="7390920"/>
            <a:ext cx="2629460" cy="1678834"/>
            <a:chOff x="0" y="0"/>
            <a:chExt cx="786158" cy="50193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86158" cy="501939"/>
            </a:xfrm>
            <a:custGeom>
              <a:avLst/>
              <a:gdLst/>
              <a:ahLst/>
              <a:cxnLst/>
              <a:rect r="r" b="b" t="t" l="l"/>
              <a:pathLst>
                <a:path h="501939" w="786158">
                  <a:moveTo>
                    <a:pt x="393079" y="0"/>
                  </a:moveTo>
                  <a:cubicBezTo>
                    <a:pt x="175988" y="0"/>
                    <a:pt x="0" y="112363"/>
                    <a:pt x="0" y="250970"/>
                  </a:cubicBezTo>
                  <a:cubicBezTo>
                    <a:pt x="0" y="389576"/>
                    <a:pt x="175988" y="501939"/>
                    <a:pt x="393079" y="501939"/>
                  </a:cubicBezTo>
                  <a:cubicBezTo>
                    <a:pt x="610171" y="501939"/>
                    <a:pt x="786158" y="389576"/>
                    <a:pt x="786158" y="250970"/>
                  </a:cubicBezTo>
                  <a:cubicBezTo>
                    <a:pt x="786158" y="112363"/>
                    <a:pt x="610171" y="0"/>
                    <a:pt x="393079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73702" y="-19618"/>
              <a:ext cx="638754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Atletismo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4236760" y="8124038"/>
            <a:ext cx="2629460" cy="1678834"/>
            <a:chOff x="0" y="0"/>
            <a:chExt cx="786158" cy="50193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158" cy="501939"/>
            </a:xfrm>
            <a:custGeom>
              <a:avLst/>
              <a:gdLst/>
              <a:ahLst/>
              <a:cxnLst/>
              <a:rect r="r" b="b" t="t" l="l"/>
              <a:pathLst>
                <a:path h="501939" w="786158">
                  <a:moveTo>
                    <a:pt x="393079" y="0"/>
                  </a:moveTo>
                  <a:cubicBezTo>
                    <a:pt x="175988" y="0"/>
                    <a:pt x="0" y="112363"/>
                    <a:pt x="0" y="250970"/>
                  </a:cubicBezTo>
                  <a:cubicBezTo>
                    <a:pt x="0" y="389576"/>
                    <a:pt x="175988" y="501939"/>
                    <a:pt x="393079" y="501939"/>
                  </a:cubicBezTo>
                  <a:cubicBezTo>
                    <a:pt x="610171" y="501939"/>
                    <a:pt x="786158" y="389576"/>
                    <a:pt x="786158" y="250970"/>
                  </a:cubicBezTo>
                  <a:cubicBezTo>
                    <a:pt x="786158" y="112363"/>
                    <a:pt x="610171" y="0"/>
                    <a:pt x="393079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3702" y="-19618"/>
              <a:ext cx="638754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futebol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009821" y="4512091"/>
            <a:ext cx="2629460" cy="1678834"/>
            <a:chOff x="0" y="0"/>
            <a:chExt cx="786158" cy="50193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158" cy="501939"/>
            </a:xfrm>
            <a:custGeom>
              <a:avLst/>
              <a:gdLst/>
              <a:ahLst/>
              <a:cxnLst/>
              <a:rect r="r" b="b" t="t" l="l"/>
              <a:pathLst>
                <a:path h="501939" w="786158">
                  <a:moveTo>
                    <a:pt x="393079" y="0"/>
                  </a:moveTo>
                  <a:cubicBezTo>
                    <a:pt x="175988" y="0"/>
                    <a:pt x="0" y="112363"/>
                    <a:pt x="0" y="250970"/>
                  </a:cubicBezTo>
                  <a:cubicBezTo>
                    <a:pt x="0" y="389576"/>
                    <a:pt x="175988" y="501939"/>
                    <a:pt x="393079" y="501939"/>
                  </a:cubicBezTo>
                  <a:cubicBezTo>
                    <a:pt x="610171" y="501939"/>
                    <a:pt x="786158" y="389576"/>
                    <a:pt x="786158" y="250970"/>
                  </a:cubicBezTo>
                  <a:cubicBezTo>
                    <a:pt x="786158" y="112363"/>
                    <a:pt x="610171" y="0"/>
                    <a:pt x="393079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3702" y="-19618"/>
              <a:ext cx="638754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vôlei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551490" y="3464666"/>
            <a:ext cx="2629460" cy="1678834"/>
            <a:chOff x="0" y="0"/>
            <a:chExt cx="786158" cy="50193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86158" cy="501939"/>
            </a:xfrm>
            <a:custGeom>
              <a:avLst/>
              <a:gdLst/>
              <a:ahLst/>
              <a:cxnLst/>
              <a:rect r="r" b="b" t="t" l="l"/>
              <a:pathLst>
                <a:path h="501939" w="786158">
                  <a:moveTo>
                    <a:pt x="393079" y="0"/>
                  </a:moveTo>
                  <a:cubicBezTo>
                    <a:pt x="175988" y="0"/>
                    <a:pt x="0" y="112363"/>
                    <a:pt x="0" y="250970"/>
                  </a:cubicBezTo>
                  <a:cubicBezTo>
                    <a:pt x="0" y="389576"/>
                    <a:pt x="175988" y="501939"/>
                    <a:pt x="393079" y="501939"/>
                  </a:cubicBezTo>
                  <a:cubicBezTo>
                    <a:pt x="610171" y="501939"/>
                    <a:pt x="786158" y="389576"/>
                    <a:pt x="786158" y="250970"/>
                  </a:cubicBezTo>
                  <a:cubicBezTo>
                    <a:pt x="786158" y="112363"/>
                    <a:pt x="610171" y="0"/>
                    <a:pt x="393079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3702" y="-19618"/>
              <a:ext cx="638754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basquete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5200291" y="4330242"/>
            <a:ext cx="2198701" cy="1678834"/>
            <a:chOff x="0" y="0"/>
            <a:chExt cx="657370" cy="50193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57370" cy="501939"/>
            </a:xfrm>
            <a:custGeom>
              <a:avLst/>
              <a:gdLst/>
              <a:ahLst/>
              <a:cxnLst/>
              <a:rect r="r" b="b" t="t" l="l"/>
              <a:pathLst>
                <a:path h="501939" w="657370">
                  <a:moveTo>
                    <a:pt x="328685" y="0"/>
                  </a:moveTo>
                  <a:cubicBezTo>
                    <a:pt x="147157" y="0"/>
                    <a:pt x="0" y="112363"/>
                    <a:pt x="0" y="250970"/>
                  </a:cubicBezTo>
                  <a:cubicBezTo>
                    <a:pt x="0" y="389576"/>
                    <a:pt x="147157" y="501939"/>
                    <a:pt x="328685" y="501939"/>
                  </a:cubicBezTo>
                  <a:cubicBezTo>
                    <a:pt x="510212" y="501939"/>
                    <a:pt x="657370" y="389576"/>
                    <a:pt x="657370" y="250970"/>
                  </a:cubicBezTo>
                  <a:cubicBezTo>
                    <a:pt x="657370" y="112363"/>
                    <a:pt x="510212" y="0"/>
                    <a:pt x="328685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61628" y="-19618"/>
              <a:ext cx="534113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natação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6317" y="7098266"/>
            <a:ext cx="2198701" cy="1678834"/>
            <a:chOff x="0" y="0"/>
            <a:chExt cx="657370" cy="50193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57370" cy="501939"/>
            </a:xfrm>
            <a:custGeom>
              <a:avLst/>
              <a:gdLst/>
              <a:ahLst/>
              <a:cxnLst/>
              <a:rect r="r" b="b" t="t" l="l"/>
              <a:pathLst>
                <a:path h="501939" w="657370">
                  <a:moveTo>
                    <a:pt x="328685" y="0"/>
                  </a:moveTo>
                  <a:cubicBezTo>
                    <a:pt x="147157" y="0"/>
                    <a:pt x="0" y="112363"/>
                    <a:pt x="0" y="250970"/>
                  </a:cubicBezTo>
                  <a:cubicBezTo>
                    <a:pt x="0" y="389576"/>
                    <a:pt x="147157" y="501939"/>
                    <a:pt x="328685" y="501939"/>
                  </a:cubicBezTo>
                  <a:cubicBezTo>
                    <a:pt x="510212" y="501939"/>
                    <a:pt x="657370" y="389576"/>
                    <a:pt x="657370" y="250970"/>
                  </a:cubicBezTo>
                  <a:cubicBezTo>
                    <a:pt x="657370" y="112363"/>
                    <a:pt x="510212" y="0"/>
                    <a:pt x="328685" y="0"/>
                  </a:cubicBez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61628" y="-19618"/>
              <a:ext cx="534113" cy="474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  <a:spcBef>
                  <a:spcPct val="0"/>
                </a:spcBef>
              </a:pPr>
              <a:r>
                <a:rPr lang="en-US" sz="3599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triatlo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>
            <a:off x="2177400" y="8206583"/>
            <a:ext cx="5113660" cy="35753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 flipH="true">
            <a:off x="1327836" y="5518906"/>
            <a:ext cx="4029991" cy="159214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7164311" y="5768294"/>
            <a:ext cx="1147105" cy="164374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flipV="true">
            <a:off x="16051330" y="5143500"/>
            <a:ext cx="814891" cy="302957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flipH="true" flipV="true">
            <a:off x="13880596" y="6112375"/>
            <a:ext cx="958056" cy="201166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 flipH="true">
            <a:off x="14525286" y="4551662"/>
            <a:ext cx="1112157" cy="457439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8050020" y="6240198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069593" y="7783982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72945" y="8497439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619200" y="6786961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604824" y="6993601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964688" y="4164562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910233" y="5772318"/>
            <a:ext cx="261396" cy="613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</a:p>
        </p:txBody>
      </p:sp>
      <p:sp>
        <p:nvSpPr>
          <p:cNvPr name="AutoShape 35" id="35"/>
          <p:cNvSpPr/>
          <p:nvPr/>
        </p:nvSpPr>
        <p:spPr>
          <a:xfrm>
            <a:off x="9836926" y="8525525"/>
            <a:ext cx="4399834" cy="43793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11860198" y="250197"/>
            <a:ext cx="3779401" cy="61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Luís Felipe, Rafael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453139" y="5669566"/>
            <a:ext cx="4882709" cy="3514709"/>
          </a:xfrm>
          <a:custGeom>
            <a:avLst/>
            <a:gdLst/>
            <a:ahLst/>
            <a:cxnLst/>
            <a:rect r="r" b="b" t="t" l="l"/>
            <a:pathLst>
              <a:path h="3514709" w="4882709">
                <a:moveTo>
                  <a:pt x="0" y="0"/>
                </a:moveTo>
                <a:lnTo>
                  <a:pt x="4882709" y="0"/>
                </a:lnTo>
                <a:lnTo>
                  <a:pt x="4882709" y="3514709"/>
                </a:lnTo>
                <a:lnTo>
                  <a:pt x="0" y="35147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253422" y="1123950"/>
            <a:ext cx="13781156" cy="124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Montagem do grafo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8700" y="3574113"/>
            <a:ext cx="9306911" cy="697231"/>
            <a:chOff x="0" y="0"/>
            <a:chExt cx="12409214" cy="929642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118654" y="0"/>
              <a:ext cx="929642" cy="929642"/>
              <a:chOff x="0" y="0"/>
              <a:chExt cx="812800" cy="8128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1209777" y="0"/>
              <a:ext cx="11199437" cy="929642"/>
              <a:chOff x="0" y="0"/>
              <a:chExt cx="2933836" cy="243532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33836" cy="243532"/>
              </a:xfrm>
              <a:custGeom>
                <a:avLst/>
                <a:gdLst/>
                <a:ahLst/>
                <a:cxnLst/>
                <a:rect r="r" b="b" t="t" l="l"/>
                <a:pathLst>
                  <a:path h="243532" w="2933836">
                    <a:moveTo>
                      <a:pt x="47007" y="0"/>
                    </a:moveTo>
                    <a:lnTo>
                      <a:pt x="2886829" y="0"/>
                    </a:lnTo>
                    <a:cubicBezTo>
                      <a:pt x="2899296" y="0"/>
                      <a:pt x="2911252" y="4952"/>
                      <a:pt x="2920068" y="13768"/>
                    </a:cubicBezTo>
                    <a:cubicBezTo>
                      <a:pt x="2928883" y="22583"/>
                      <a:pt x="2933836" y="34540"/>
                      <a:pt x="2933836" y="47007"/>
                    </a:cubicBezTo>
                    <a:lnTo>
                      <a:pt x="2933836" y="196525"/>
                    </a:lnTo>
                    <a:cubicBezTo>
                      <a:pt x="2933836" y="208992"/>
                      <a:pt x="2928883" y="220948"/>
                      <a:pt x="2920068" y="229764"/>
                    </a:cubicBezTo>
                    <a:cubicBezTo>
                      <a:pt x="2911252" y="238579"/>
                      <a:pt x="2899296" y="243532"/>
                      <a:pt x="2886829" y="243532"/>
                    </a:cubicBezTo>
                    <a:lnTo>
                      <a:pt x="47007" y="243532"/>
                    </a:lnTo>
                    <a:cubicBezTo>
                      <a:pt x="34540" y="243532"/>
                      <a:pt x="22583" y="238579"/>
                      <a:pt x="13768" y="229764"/>
                    </a:cubicBezTo>
                    <a:cubicBezTo>
                      <a:pt x="4952" y="220948"/>
                      <a:pt x="0" y="208992"/>
                      <a:pt x="0" y="196525"/>
                    </a:cubicBezTo>
                    <a:lnTo>
                      <a:pt x="0" y="47007"/>
                    </a:lnTo>
                    <a:cubicBezTo>
                      <a:pt x="0" y="34540"/>
                      <a:pt x="4952" y="22583"/>
                      <a:pt x="13768" y="13768"/>
                    </a:cubicBezTo>
                    <a:cubicBezTo>
                      <a:pt x="22583" y="4952"/>
                      <a:pt x="34540" y="0"/>
                      <a:pt x="47007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933836" cy="2816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1354630" y="90170"/>
              <a:ext cx="10909731" cy="673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en-US" sz="2999">
                  <a:solidFill>
                    <a:srgbClr val="70A1BD"/>
                  </a:solidFill>
                  <a:latin typeface="Poppins"/>
                  <a:ea typeface="Poppins"/>
                  <a:cs typeface="Poppins"/>
                  <a:sym typeface="Poppins"/>
                </a:rPr>
                <a:t>Hash para interpretar JSON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87224"/>
              <a:ext cx="1166950" cy="6980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>
                  <a:solidFill>
                    <a:srgbClr val="70A1B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4739876"/>
            <a:ext cx="9306911" cy="697231"/>
            <a:chOff x="0" y="0"/>
            <a:chExt cx="12409214" cy="929642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118654" y="0"/>
              <a:ext cx="929642" cy="929642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1209777" y="0"/>
              <a:ext cx="11199437" cy="929642"/>
              <a:chOff x="0" y="0"/>
              <a:chExt cx="2933836" cy="243532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933836" cy="243532"/>
              </a:xfrm>
              <a:custGeom>
                <a:avLst/>
                <a:gdLst/>
                <a:ahLst/>
                <a:cxnLst/>
                <a:rect r="r" b="b" t="t" l="l"/>
                <a:pathLst>
                  <a:path h="243532" w="2933836">
                    <a:moveTo>
                      <a:pt x="47007" y="0"/>
                    </a:moveTo>
                    <a:lnTo>
                      <a:pt x="2886829" y="0"/>
                    </a:lnTo>
                    <a:cubicBezTo>
                      <a:pt x="2899296" y="0"/>
                      <a:pt x="2911252" y="4952"/>
                      <a:pt x="2920068" y="13768"/>
                    </a:cubicBezTo>
                    <a:cubicBezTo>
                      <a:pt x="2928883" y="22583"/>
                      <a:pt x="2933836" y="34540"/>
                      <a:pt x="2933836" y="47007"/>
                    </a:cubicBezTo>
                    <a:lnTo>
                      <a:pt x="2933836" y="196525"/>
                    </a:lnTo>
                    <a:cubicBezTo>
                      <a:pt x="2933836" y="208992"/>
                      <a:pt x="2928883" y="220948"/>
                      <a:pt x="2920068" y="229764"/>
                    </a:cubicBezTo>
                    <a:cubicBezTo>
                      <a:pt x="2911252" y="238579"/>
                      <a:pt x="2899296" y="243532"/>
                      <a:pt x="2886829" y="243532"/>
                    </a:cubicBezTo>
                    <a:lnTo>
                      <a:pt x="47007" y="243532"/>
                    </a:lnTo>
                    <a:cubicBezTo>
                      <a:pt x="34540" y="243532"/>
                      <a:pt x="22583" y="238579"/>
                      <a:pt x="13768" y="229764"/>
                    </a:cubicBezTo>
                    <a:cubicBezTo>
                      <a:pt x="4952" y="220948"/>
                      <a:pt x="0" y="208992"/>
                      <a:pt x="0" y="196525"/>
                    </a:cubicBezTo>
                    <a:lnTo>
                      <a:pt x="0" y="47007"/>
                    </a:lnTo>
                    <a:cubicBezTo>
                      <a:pt x="0" y="34540"/>
                      <a:pt x="4952" y="22583"/>
                      <a:pt x="13768" y="13768"/>
                    </a:cubicBezTo>
                    <a:cubicBezTo>
                      <a:pt x="22583" y="4952"/>
                      <a:pt x="34540" y="0"/>
                      <a:pt x="47007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933836" cy="2816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1354630" y="90170"/>
              <a:ext cx="10909731" cy="673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en-US" sz="2999">
                  <a:solidFill>
                    <a:srgbClr val="70A1BD"/>
                  </a:solidFill>
                  <a:latin typeface="Poppins"/>
                  <a:ea typeface="Poppins"/>
                  <a:cs typeface="Poppins"/>
                  <a:sym typeface="Poppins"/>
                </a:rPr>
                <a:t>Modelagem do grafo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87224"/>
              <a:ext cx="1166950" cy="6981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>
                  <a:solidFill>
                    <a:srgbClr val="70A1B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2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28700" y="5903832"/>
            <a:ext cx="9306911" cy="697231"/>
            <a:chOff x="0" y="0"/>
            <a:chExt cx="12409214" cy="929642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118654" y="0"/>
              <a:ext cx="929642" cy="929642"/>
              <a:chOff x="0" y="0"/>
              <a:chExt cx="812800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209777" y="0"/>
              <a:ext cx="11199437" cy="929642"/>
              <a:chOff x="0" y="0"/>
              <a:chExt cx="2933836" cy="243532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2933836" cy="243532"/>
              </a:xfrm>
              <a:custGeom>
                <a:avLst/>
                <a:gdLst/>
                <a:ahLst/>
                <a:cxnLst/>
                <a:rect r="r" b="b" t="t" l="l"/>
                <a:pathLst>
                  <a:path h="243532" w="2933836">
                    <a:moveTo>
                      <a:pt x="47007" y="0"/>
                    </a:moveTo>
                    <a:lnTo>
                      <a:pt x="2886829" y="0"/>
                    </a:lnTo>
                    <a:cubicBezTo>
                      <a:pt x="2899296" y="0"/>
                      <a:pt x="2911252" y="4952"/>
                      <a:pt x="2920068" y="13768"/>
                    </a:cubicBezTo>
                    <a:cubicBezTo>
                      <a:pt x="2928883" y="22583"/>
                      <a:pt x="2933836" y="34540"/>
                      <a:pt x="2933836" y="47007"/>
                    </a:cubicBezTo>
                    <a:lnTo>
                      <a:pt x="2933836" y="196525"/>
                    </a:lnTo>
                    <a:cubicBezTo>
                      <a:pt x="2933836" y="208992"/>
                      <a:pt x="2928883" y="220948"/>
                      <a:pt x="2920068" y="229764"/>
                    </a:cubicBezTo>
                    <a:cubicBezTo>
                      <a:pt x="2911252" y="238579"/>
                      <a:pt x="2899296" y="243532"/>
                      <a:pt x="2886829" y="243532"/>
                    </a:cubicBezTo>
                    <a:lnTo>
                      <a:pt x="47007" y="243532"/>
                    </a:lnTo>
                    <a:cubicBezTo>
                      <a:pt x="34540" y="243532"/>
                      <a:pt x="22583" y="238579"/>
                      <a:pt x="13768" y="229764"/>
                    </a:cubicBezTo>
                    <a:cubicBezTo>
                      <a:pt x="4952" y="220948"/>
                      <a:pt x="0" y="208992"/>
                      <a:pt x="0" y="196525"/>
                    </a:cubicBezTo>
                    <a:lnTo>
                      <a:pt x="0" y="47007"/>
                    </a:lnTo>
                    <a:cubicBezTo>
                      <a:pt x="0" y="34540"/>
                      <a:pt x="4952" y="22583"/>
                      <a:pt x="13768" y="13768"/>
                    </a:cubicBezTo>
                    <a:cubicBezTo>
                      <a:pt x="22583" y="4952"/>
                      <a:pt x="34540" y="0"/>
                      <a:pt x="47007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38100"/>
                <a:ext cx="2933836" cy="2816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1354630" y="90170"/>
              <a:ext cx="10909731" cy="673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en-US" sz="2999">
                  <a:solidFill>
                    <a:srgbClr val="70A1BD"/>
                  </a:solidFill>
                  <a:latin typeface="Poppins"/>
                  <a:ea typeface="Poppins"/>
                  <a:cs typeface="Poppins"/>
                  <a:sym typeface="Poppins"/>
                </a:rPr>
                <a:t>Heap para auxiliar no kruskal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87224"/>
              <a:ext cx="1166950" cy="6981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>
                  <a:solidFill>
                    <a:srgbClr val="70A1B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3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28700" y="7067789"/>
            <a:ext cx="9306911" cy="697231"/>
            <a:chOff x="0" y="0"/>
            <a:chExt cx="12409214" cy="929642"/>
          </a:xfrm>
        </p:grpSpPr>
        <p:grpSp>
          <p:nvGrpSpPr>
            <p:cNvPr name="Group 32" id="32"/>
            <p:cNvGrpSpPr/>
            <p:nvPr/>
          </p:nvGrpSpPr>
          <p:grpSpPr>
            <a:xfrm rot="0">
              <a:off x="118654" y="0"/>
              <a:ext cx="929642" cy="929642"/>
              <a:chOff x="0" y="0"/>
              <a:chExt cx="812800" cy="8128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5" id="35"/>
            <p:cNvGrpSpPr/>
            <p:nvPr/>
          </p:nvGrpSpPr>
          <p:grpSpPr>
            <a:xfrm rot="0">
              <a:off x="1209777" y="0"/>
              <a:ext cx="11199437" cy="929642"/>
              <a:chOff x="0" y="0"/>
              <a:chExt cx="2933836" cy="243532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33836" cy="243532"/>
              </a:xfrm>
              <a:custGeom>
                <a:avLst/>
                <a:gdLst/>
                <a:ahLst/>
                <a:cxnLst/>
                <a:rect r="r" b="b" t="t" l="l"/>
                <a:pathLst>
                  <a:path h="243532" w="2933836">
                    <a:moveTo>
                      <a:pt x="47007" y="0"/>
                    </a:moveTo>
                    <a:lnTo>
                      <a:pt x="2886829" y="0"/>
                    </a:lnTo>
                    <a:cubicBezTo>
                      <a:pt x="2899296" y="0"/>
                      <a:pt x="2911252" y="4952"/>
                      <a:pt x="2920068" y="13768"/>
                    </a:cubicBezTo>
                    <a:cubicBezTo>
                      <a:pt x="2928883" y="22583"/>
                      <a:pt x="2933836" y="34540"/>
                      <a:pt x="2933836" y="47007"/>
                    </a:cubicBezTo>
                    <a:lnTo>
                      <a:pt x="2933836" y="196525"/>
                    </a:lnTo>
                    <a:cubicBezTo>
                      <a:pt x="2933836" y="208992"/>
                      <a:pt x="2928883" y="220948"/>
                      <a:pt x="2920068" y="229764"/>
                    </a:cubicBezTo>
                    <a:cubicBezTo>
                      <a:pt x="2911252" y="238579"/>
                      <a:pt x="2899296" y="243532"/>
                      <a:pt x="2886829" y="243532"/>
                    </a:cubicBezTo>
                    <a:lnTo>
                      <a:pt x="47007" y="243532"/>
                    </a:lnTo>
                    <a:cubicBezTo>
                      <a:pt x="34540" y="243532"/>
                      <a:pt x="22583" y="238579"/>
                      <a:pt x="13768" y="229764"/>
                    </a:cubicBezTo>
                    <a:cubicBezTo>
                      <a:pt x="4952" y="220948"/>
                      <a:pt x="0" y="208992"/>
                      <a:pt x="0" y="196525"/>
                    </a:cubicBezTo>
                    <a:lnTo>
                      <a:pt x="0" y="47007"/>
                    </a:lnTo>
                    <a:cubicBezTo>
                      <a:pt x="0" y="34540"/>
                      <a:pt x="4952" y="22583"/>
                      <a:pt x="13768" y="13768"/>
                    </a:cubicBezTo>
                    <a:cubicBezTo>
                      <a:pt x="22583" y="4952"/>
                      <a:pt x="34540" y="0"/>
                      <a:pt x="47007" y="0"/>
                    </a:cubicBezTo>
                    <a:close/>
                  </a:path>
                </a:pathLst>
              </a:custGeom>
              <a:solidFill>
                <a:srgbClr val="EFF1E8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38100"/>
                <a:ext cx="2933836" cy="28163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1354630" y="90170"/>
              <a:ext cx="10909731" cy="6731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en-US" sz="2999">
                  <a:solidFill>
                    <a:srgbClr val="70A1BD"/>
                  </a:solidFill>
                  <a:latin typeface="Poppins"/>
                  <a:ea typeface="Poppins"/>
                  <a:cs typeface="Poppins"/>
                  <a:sym typeface="Poppins"/>
                </a:rPr>
                <a:t>Cortes para formar comunidades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0" y="87224"/>
              <a:ext cx="1166950" cy="6981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>
                  <a:solidFill>
                    <a:srgbClr val="70A1B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4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0942637" y="3497913"/>
            <a:ext cx="5903714" cy="1571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Comunidades = grafo esparso</a:t>
            </a:r>
          </a:p>
          <a:p>
            <a:pPr algn="just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Usamos listas de adjacência e Kruskal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46681" y="186689"/>
            <a:ext cx="17674235" cy="61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Renato, 2. Luís Felipe, 3. Rafael, 4. João Pedro, Vinícius (integração e revisão)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60"/>
            <a:ext cx="3804517" cy="5594879"/>
          </a:xfrm>
          <a:custGeom>
            <a:avLst/>
            <a:gdLst/>
            <a:ahLst/>
            <a:cxnLst/>
            <a:rect r="r" b="b" t="t" l="l"/>
            <a:pathLst>
              <a:path h="5594879" w="3804517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863251" y="732142"/>
            <a:ext cx="5738271" cy="5185311"/>
          </a:xfrm>
          <a:custGeom>
            <a:avLst/>
            <a:gdLst/>
            <a:ahLst/>
            <a:cxnLst/>
            <a:rect r="r" b="b" t="t" l="l"/>
            <a:pathLst>
              <a:path h="5185311" w="5738271">
                <a:moveTo>
                  <a:pt x="0" y="0"/>
                </a:moveTo>
                <a:lnTo>
                  <a:pt x="5738272" y="0"/>
                </a:lnTo>
                <a:lnTo>
                  <a:pt x="5738272" y="5185311"/>
                </a:lnTo>
                <a:lnTo>
                  <a:pt x="0" y="5185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514636" y="5917453"/>
            <a:ext cx="4695920" cy="4114800"/>
          </a:xfrm>
          <a:custGeom>
            <a:avLst/>
            <a:gdLst/>
            <a:ahLst/>
            <a:cxnLst/>
            <a:rect r="r" b="b" t="t" l="l"/>
            <a:pathLst>
              <a:path h="4114800" w="4695920">
                <a:moveTo>
                  <a:pt x="0" y="0"/>
                </a:moveTo>
                <a:lnTo>
                  <a:pt x="4695920" y="0"/>
                </a:lnTo>
                <a:lnTo>
                  <a:pt x="469592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847942"/>
            <a:ext cx="8833896" cy="124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Resultados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4567" y="2769506"/>
            <a:ext cx="8260459" cy="1076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Dificuldade em determinar: LIMIAR_PESO_COMUNIDADE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08968" y="4521997"/>
            <a:ext cx="8260459" cy="1076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Se colocássemos 1 todos os esportes fariam parte da mesma comunidade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08968" y="5684105"/>
            <a:ext cx="8260459" cy="1609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Qualquer outro valor os esportes ficavam sozinhos ou tinha um grupo imenso e o resto sozinho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144000" y="317770"/>
            <a:ext cx="3621167" cy="61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>
                <a:solidFill>
                  <a:srgbClr val="343734"/>
                </a:solidFill>
                <a:latin typeface="Open Sans"/>
                <a:ea typeface="Open Sans"/>
                <a:cs typeface="Open Sans"/>
                <a:sym typeface="Open Sans"/>
              </a:rPr>
              <a:t>Renato e Vinícius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036845" y="-197439"/>
            <a:ext cx="3765505" cy="11168682"/>
            <a:chOff x="0" y="0"/>
            <a:chExt cx="991738" cy="29415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1738" cy="2941546"/>
            </a:xfrm>
            <a:custGeom>
              <a:avLst/>
              <a:gdLst/>
              <a:ahLst/>
              <a:cxnLst/>
              <a:rect r="r" b="b" t="t" l="l"/>
              <a:pathLst>
                <a:path h="2941546" w="991738">
                  <a:moveTo>
                    <a:pt x="0" y="0"/>
                  </a:moveTo>
                  <a:lnTo>
                    <a:pt x="991738" y="0"/>
                  </a:lnTo>
                  <a:lnTo>
                    <a:pt x="991738" y="2941546"/>
                  </a:lnTo>
                  <a:lnTo>
                    <a:pt x="0" y="2941546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91738" cy="29796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75217" y="5823053"/>
            <a:ext cx="7255591" cy="4343381"/>
          </a:xfrm>
          <a:custGeom>
            <a:avLst/>
            <a:gdLst/>
            <a:ahLst/>
            <a:cxnLst/>
            <a:rect r="r" b="b" t="t" l="l"/>
            <a:pathLst>
              <a:path h="4343381" w="7255591">
                <a:moveTo>
                  <a:pt x="0" y="0"/>
                </a:moveTo>
                <a:lnTo>
                  <a:pt x="7255591" y="0"/>
                </a:lnTo>
                <a:lnTo>
                  <a:pt x="7255591" y="4343382"/>
                </a:lnTo>
                <a:lnTo>
                  <a:pt x="0" y="43433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11884" b="-3042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59928" y="2485602"/>
            <a:ext cx="13493820" cy="427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A partir de dados extraídos da Wikipedia para cada um dos 75 esportes olímpicos, foi construído inicialmente um grafo bipartido com 391 vértices — 75 esportes e 316 características únicas — conectados por 1.077 arestas. Em seguida, esse grafo foi projetado em uma rede de 75 vértices, onde dois esportes são diretamente conectados por uma aresta cujo peso representa a quantidade de características que eles têm em comum.</a:t>
            </a:r>
          </a:p>
          <a:p>
            <a:pPr algn="just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2806733" y="6506642"/>
            <a:ext cx="3527866" cy="3508623"/>
          </a:xfrm>
          <a:custGeom>
            <a:avLst/>
            <a:gdLst/>
            <a:ahLst/>
            <a:cxnLst/>
            <a:rect r="r" b="b" t="t" l="l"/>
            <a:pathLst>
              <a:path h="3508623" w="3527866">
                <a:moveTo>
                  <a:pt x="0" y="0"/>
                </a:moveTo>
                <a:lnTo>
                  <a:pt x="3527866" y="0"/>
                </a:lnTo>
                <a:lnTo>
                  <a:pt x="3527866" y="3508623"/>
                </a:lnTo>
                <a:lnTo>
                  <a:pt x="0" y="35086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926042"/>
            <a:ext cx="1385401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Grafo Final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705318" y="8154600"/>
            <a:ext cx="1032145" cy="759325"/>
            <a:chOff x="0" y="0"/>
            <a:chExt cx="1104832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04832" cy="812800"/>
            </a:xfrm>
            <a:custGeom>
              <a:avLst/>
              <a:gdLst/>
              <a:ahLst/>
              <a:cxnLst/>
              <a:rect r="r" b="b" t="t" l="l"/>
              <a:pathLst>
                <a:path h="812800" w="1104832">
                  <a:moveTo>
                    <a:pt x="552416" y="0"/>
                  </a:moveTo>
                  <a:lnTo>
                    <a:pt x="606008" y="33348"/>
                  </a:lnTo>
                  <a:lnTo>
                    <a:pt x="667902" y="8881"/>
                  </a:lnTo>
                  <a:lnTo>
                    <a:pt x="710846" y="49652"/>
                  </a:lnTo>
                  <a:lnTo>
                    <a:pt x="778342" y="35135"/>
                  </a:lnTo>
                  <a:lnTo>
                    <a:pt x="808760" y="81548"/>
                  </a:lnTo>
                  <a:lnTo>
                    <a:pt x="878906" y="77616"/>
                  </a:lnTo>
                  <a:lnTo>
                    <a:pt x="895472" y="127641"/>
                  </a:lnTo>
                  <a:lnTo>
                    <a:pt x="965202" y="134465"/>
                  </a:lnTo>
                  <a:lnTo>
                    <a:pt x="967189" y="185918"/>
                  </a:lnTo>
                  <a:lnTo>
                    <a:pt x="1033459" y="203200"/>
                  </a:lnTo>
                  <a:lnTo>
                    <a:pt x="1020781" y="253830"/>
                  </a:lnTo>
                  <a:lnTo>
                    <a:pt x="1080688" y="280816"/>
                  </a:lnTo>
                  <a:lnTo>
                    <a:pt x="1053901" y="328411"/>
                  </a:lnTo>
                  <a:lnTo>
                    <a:pt x="1104832" y="363920"/>
                  </a:lnTo>
                  <a:lnTo>
                    <a:pt x="1065105" y="406400"/>
                  </a:lnTo>
                  <a:lnTo>
                    <a:pt x="1104832" y="448880"/>
                  </a:lnTo>
                  <a:lnTo>
                    <a:pt x="1053901" y="484389"/>
                  </a:lnTo>
                  <a:lnTo>
                    <a:pt x="1080688" y="531984"/>
                  </a:lnTo>
                  <a:lnTo>
                    <a:pt x="1020781" y="558970"/>
                  </a:lnTo>
                  <a:lnTo>
                    <a:pt x="1033459" y="609600"/>
                  </a:lnTo>
                  <a:lnTo>
                    <a:pt x="967189" y="626882"/>
                  </a:lnTo>
                  <a:lnTo>
                    <a:pt x="965202" y="678335"/>
                  </a:lnTo>
                  <a:lnTo>
                    <a:pt x="895472" y="685159"/>
                  </a:lnTo>
                  <a:lnTo>
                    <a:pt x="878906" y="735184"/>
                  </a:lnTo>
                  <a:lnTo>
                    <a:pt x="808760" y="731252"/>
                  </a:lnTo>
                  <a:lnTo>
                    <a:pt x="778342" y="777665"/>
                  </a:lnTo>
                  <a:lnTo>
                    <a:pt x="710846" y="763148"/>
                  </a:lnTo>
                  <a:lnTo>
                    <a:pt x="667902" y="803919"/>
                  </a:lnTo>
                  <a:lnTo>
                    <a:pt x="606008" y="779452"/>
                  </a:lnTo>
                  <a:lnTo>
                    <a:pt x="552416" y="812800"/>
                  </a:lnTo>
                  <a:lnTo>
                    <a:pt x="498825" y="779452"/>
                  </a:lnTo>
                  <a:lnTo>
                    <a:pt x="436930" y="803919"/>
                  </a:lnTo>
                  <a:lnTo>
                    <a:pt x="393987" y="763148"/>
                  </a:lnTo>
                  <a:lnTo>
                    <a:pt x="326490" y="777665"/>
                  </a:lnTo>
                  <a:lnTo>
                    <a:pt x="296073" y="731252"/>
                  </a:lnTo>
                  <a:lnTo>
                    <a:pt x="225926" y="735184"/>
                  </a:lnTo>
                  <a:lnTo>
                    <a:pt x="209361" y="685159"/>
                  </a:lnTo>
                  <a:lnTo>
                    <a:pt x="139630" y="678335"/>
                  </a:lnTo>
                  <a:lnTo>
                    <a:pt x="137642" y="626882"/>
                  </a:lnTo>
                  <a:lnTo>
                    <a:pt x="71375" y="609600"/>
                  </a:lnTo>
                  <a:lnTo>
                    <a:pt x="84052" y="558970"/>
                  </a:lnTo>
                  <a:lnTo>
                    <a:pt x="24143" y="531984"/>
                  </a:lnTo>
                  <a:lnTo>
                    <a:pt x="50931" y="484389"/>
                  </a:lnTo>
                  <a:lnTo>
                    <a:pt x="0" y="448880"/>
                  </a:lnTo>
                  <a:lnTo>
                    <a:pt x="39728" y="406400"/>
                  </a:lnTo>
                  <a:lnTo>
                    <a:pt x="0" y="363920"/>
                  </a:lnTo>
                  <a:lnTo>
                    <a:pt x="50931" y="328411"/>
                  </a:lnTo>
                  <a:lnTo>
                    <a:pt x="24143" y="280816"/>
                  </a:lnTo>
                  <a:lnTo>
                    <a:pt x="84052" y="253830"/>
                  </a:lnTo>
                  <a:lnTo>
                    <a:pt x="71375" y="203200"/>
                  </a:lnTo>
                  <a:lnTo>
                    <a:pt x="137642" y="185918"/>
                  </a:lnTo>
                  <a:lnTo>
                    <a:pt x="139630" y="134465"/>
                  </a:lnTo>
                  <a:lnTo>
                    <a:pt x="209361" y="127641"/>
                  </a:lnTo>
                  <a:lnTo>
                    <a:pt x="225926" y="77616"/>
                  </a:lnTo>
                  <a:lnTo>
                    <a:pt x="296073" y="81548"/>
                  </a:lnTo>
                  <a:lnTo>
                    <a:pt x="326490" y="35135"/>
                  </a:lnTo>
                  <a:lnTo>
                    <a:pt x="393987" y="49652"/>
                  </a:lnTo>
                  <a:lnTo>
                    <a:pt x="436930" y="8881"/>
                  </a:lnTo>
                  <a:lnTo>
                    <a:pt x="498825" y="33348"/>
                  </a:lnTo>
                  <a:lnTo>
                    <a:pt x="552416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207156" y="133350"/>
              <a:ext cx="690520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Futebol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806733" y="7774937"/>
            <a:ext cx="759325" cy="759325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445826" y="33348"/>
                  </a:lnTo>
                  <a:lnTo>
                    <a:pt x="491360" y="8881"/>
                  </a:lnTo>
                  <a:lnTo>
                    <a:pt x="522953" y="49652"/>
                  </a:lnTo>
                  <a:lnTo>
                    <a:pt x="572609" y="35135"/>
                  </a:lnTo>
                  <a:lnTo>
                    <a:pt x="594986" y="81548"/>
                  </a:lnTo>
                  <a:lnTo>
                    <a:pt x="646591" y="77616"/>
                  </a:lnTo>
                  <a:lnTo>
                    <a:pt x="658778" y="127641"/>
                  </a:lnTo>
                  <a:lnTo>
                    <a:pt x="710077" y="134465"/>
                  </a:lnTo>
                  <a:lnTo>
                    <a:pt x="711539" y="185918"/>
                  </a:lnTo>
                  <a:lnTo>
                    <a:pt x="760292" y="203200"/>
                  </a:lnTo>
                  <a:lnTo>
                    <a:pt x="750965" y="253830"/>
                  </a:lnTo>
                  <a:lnTo>
                    <a:pt x="795038" y="280816"/>
                  </a:lnTo>
                  <a:lnTo>
                    <a:pt x="775331" y="328411"/>
                  </a:lnTo>
                  <a:lnTo>
                    <a:pt x="812800" y="363920"/>
                  </a:lnTo>
                  <a:lnTo>
                    <a:pt x="783573" y="406400"/>
                  </a:lnTo>
                  <a:lnTo>
                    <a:pt x="812800" y="448880"/>
                  </a:lnTo>
                  <a:lnTo>
                    <a:pt x="775331" y="484389"/>
                  </a:lnTo>
                  <a:lnTo>
                    <a:pt x="795038" y="531984"/>
                  </a:lnTo>
                  <a:lnTo>
                    <a:pt x="750965" y="558970"/>
                  </a:lnTo>
                  <a:lnTo>
                    <a:pt x="760292" y="609600"/>
                  </a:lnTo>
                  <a:lnTo>
                    <a:pt x="711539" y="626882"/>
                  </a:lnTo>
                  <a:lnTo>
                    <a:pt x="710077" y="678335"/>
                  </a:lnTo>
                  <a:lnTo>
                    <a:pt x="658778" y="685159"/>
                  </a:lnTo>
                  <a:lnTo>
                    <a:pt x="646591" y="735184"/>
                  </a:lnTo>
                  <a:lnTo>
                    <a:pt x="594986" y="731252"/>
                  </a:lnTo>
                  <a:lnTo>
                    <a:pt x="572609" y="777665"/>
                  </a:lnTo>
                  <a:lnTo>
                    <a:pt x="522953" y="763148"/>
                  </a:lnTo>
                  <a:lnTo>
                    <a:pt x="491360" y="803919"/>
                  </a:lnTo>
                  <a:lnTo>
                    <a:pt x="445826" y="779452"/>
                  </a:lnTo>
                  <a:lnTo>
                    <a:pt x="406400" y="812800"/>
                  </a:lnTo>
                  <a:lnTo>
                    <a:pt x="366974" y="779452"/>
                  </a:lnTo>
                  <a:lnTo>
                    <a:pt x="321440" y="803919"/>
                  </a:lnTo>
                  <a:lnTo>
                    <a:pt x="289847" y="763148"/>
                  </a:lnTo>
                  <a:lnTo>
                    <a:pt x="240191" y="777665"/>
                  </a:lnTo>
                  <a:lnTo>
                    <a:pt x="217814" y="731252"/>
                  </a:lnTo>
                  <a:lnTo>
                    <a:pt x="166209" y="735184"/>
                  </a:lnTo>
                  <a:lnTo>
                    <a:pt x="154022" y="685159"/>
                  </a:lnTo>
                  <a:lnTo>
                    <a:pt x="102722" y="678335"/>
                  </a:lnTo>
                  <a:lnTo>
                    <a:pt x="101260" y="626882"/>
                  </a:lnTo>
                  <a:lnTo>
                    <a:pt x="52509" y="609600"/>
                  </a:lnTo>
                  <a:lnTo>
                    <a:pt x="61835" y="558970"/>
                  </a:lnTo>
                  <a:lnTo>
                    <a:pt x="17762" y="531984"/>
                  </a:lnTo>
                  <a:lnTo>
                    <a:pt x="37469" y="484389"/>
                  </a:lnTo>
                  <a:lnTo>
                    <a:pt x="0" y="448880"/>
                  </a:lnTo>
                  <a:lnTo>
                    <a:pt x="29227" y="406400"/>
                  </a:lnTo>
                  <a:lnTo>
                    <a:pt x="0" y="363920"/>
                  </a:lnTo>
                  <a:lnTo>
                    <a:pt x="37469" y="328411"/>
                  </a:lnTo>
                  <a:lnTo>
                    <a:pt x="17762" y="280816"/>
                  </a:lnTo>
                  <a:lnTo>
                    <a:pt x="61835" y="253830"/>
                  </a:lnTo>
                  <a:lnTo>
                    <a:pt x="52509" y="203200"/>
                  </a:lnTo>
                  <a:lnTo>
                    <a:pt x="101260" y="185918"/>
                  </a:lnTo>
                  <a:lnTo>
                    <a:pt x="102722" y="134465"/>
                  </a:lnTo>
                  <a:lnTo>
                    <a:pt x="154022" y="127641"/>
                  </a:lnTo>
                  <a:lnTo>
                    <a:pt x="166209" y="77616"/>
                  </a:lnTo>
                  <a:lnTo>
                    <a:pt x="217814" y="81548"/>
                  </a:lnTo>
                  <a:lnTo>
                    <a:pt x="240191" y="35135"/>
                  </a:lnTo>
                  <a:lnTo>
                    <a:pt x="289847" y="49652"/>
                  </a:lnTo>
                  <a:lnTo>
                    <a:pt x="321440" y="8881"/>
                  </a:lnTo>
                  <a:lnTo>
                    <a:pt x="366974" y="33348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52400" y="133350"/>
              <a:ext cx="508000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Boxe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836338" y="8938901"/>
            <a:ext cx="1291323" cy="759325"/>
            <a:chOff x="0" y="0"/>
            <a:chExt cx="1382263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82263" cy="812800"/>
            </a:xfrm>
            <a:custGeom>
              <a:avLst/>
              <a:gdLst/>
              <a:ahLst/>
              <a:cxnLst/>
              <a:rect r="r" b="b" t="t" l="l"/>
              <a:pathLst>
                <a:path h="812800" w="1382263">
                  <a:moveTo>
                    <a:pt x="691132" y="0"/>
                  </a:moveTo>
                  <a:lnTo>
                    <a:pt x="758180" y="33348"/>
                  </a:lnTo>
                  <a:lnTo>
                    <a:pt x="835617" y="8881"/>
                  </a:lnTo>
                  <a:lnTo>
                    <a:pt x="889344" y="49652"/>
                  </a:lnTo>
                  <a:lnTo>
                    <a:pt x="973789" y="35135"/>
                  </a:lnTo>
                  <a:lnTo>
                    <a:pt x="1011845" y="81548"/>
                  </a:lnTo>
                  <a:lnTo>
                    <a:pt x="1099606" y="77616"/>
                  </a:lnTo>
                  <a:lnTo>
                    <a:pt x="1120331" y="127641"/>
                  </a:lnTo>
                  <a:lnTo>
                    <a:pt x="1207571" y="134465"/>
                  </a:lnTo>
                  <a:lnTo>
                    <a:pt x="1210057" y="185918"/>
                  </a:lnTo>
                  <a:lnTo>
                    <a:pt x="1292967" y="203200"/>
                  </a:lnTo>
                  <a:lnTo>
                    <a:pt x="1277105" y="253830"/>
                  </a:lnTo>
                  <a:lnTo>
                    <a:pt x="1352057" y="280816"/>
                  </a:lnTo>
                  <a:lnTo>
                    <a:pt x="1318543" y="328411"/>
                  </a:lnTo>
                  <a:lnTo>
                    <a:pt x="1382263" y="363920"/>
                  </a:lnTo>
                  <a:lnTo>
                    <a:pt x="1332560" y="406400"/>
                  </a:lnTo>
                  <a:lnTo>
                    <a:pt x="1382263" y="448880"/>
                  </a:lnTo>
                  <a:lnTo>
                    <a:pt x="1318543" y="484389"/>
                  </a:lnTo>
                  <a:lnTo>
                    <a:pt x="1352057" y="531984"/>
                  </a:lnTo>
                  <a:lnTo>
                    <a:pt x="1277105" y="558970"/>
                  </a:lnTo>
                  <a:lnTo>
                    <a:pt x="1292967" y="609600"/>
                  </a:lnTo>
                  <a:lnTo>
                    <a:pt x="1210057" y="626882"/>
                  </a:lnTo>
                  <a:lnTo>
                    <a:pt x="1207571" y="678335"/>
                  </a:lnTo>
                  <a:lnTo>
                    <a:pt x="1120331" y="685159"/>
                  </a:lnTo>
                  <a:lnTo>
                    <a:pt x="1099606" y="735184"/>
                  </a:lnTo>
                  <a:lnTo>
                    <a:pt x="1011845" y="731252"/>
                  </a:lnTo>
                  <a:lnTo>
                    <a:pt x="973789" y="777665"/>
                  </a:lnTo>
                  <a:lnTo>
                    <a:pt x="889344" y="763148"/>
                  </a:lnTo>
                  <a:lnTo>
                    <a:pt x="835617" y="803919"/>
                  </a:lnTo>
                  <a:lnTo>
                    <a:pt x="758180" y="779452"/>
                  </a:lnTo>
                  <a:lnTo>
                    <a:pt x="691132" y="812800"/>
                  </a:lnTo>
                  <a:lnTo>
                    <a:pt x="624083" y="779452"/>
                  </a:lnTo>
                  <a:lnTo>
                    <a:pt x="546646" y="803919"/>
                  </a:lnTo>
                  <a:lnTo>
                    <a:pt x="492919" y="763148"/>
                  </a:lnTo>
                  <a:lnTo>
                    <a:pt x="408474" y="777665"/>
                  </a:lnTo>
                  <a:lnTo>
                    <a:pt x="370418" y="731252"/>
                  </a:lnTo>
                  <a:lnTo>
                    <a:pt x="282658" y="735184"/>
                  </a:lnTo>
                  <a:lnTo>
                    <a:pt x="261932" y="685159"/>
                  </a:lnTo>
                  <a:lnTo>
                    <a:pt x="174692" y="678335"/>
                  </a:lnTo>
                  <a:lnTo>
                    <a:pt x="172205" y="626882"/>
                  </a:lnTo>
                  <a:lnTo>
                    <a:pt x="89297" y="609600"/>
                  </a:lnTo>
                  <a:lnTo>
                    <a:pt x="105158" y="558970"/>
                  </a:lnTo>
                  <a:lnTo>
                    <a:pt x="30206" y="531984"/>
                  </a:lnTo>
                  <a:lnTo>
                    <a:pt x="63720" y="484389"/>
                  </a:lnTo>
                  <a:lnTo>
                    <a:pt x="0" y="448880"/>
                  </a:lnTo>
                  <a:lnTo>
                    <a:pt x="49703" y="406400"/>
                  </a:lnTo>
                  <a:lnTo>
                    <a:pt x="0" y="363920"/>
                  </a:lnTo>
                  <a:lnTo>
                    <a:pt x="63720" y="328411"/>
                  </a:lnTo>
                  <a:lnTo>
                    <a:pt x="30206" y="280816"/>
                  </a:lnTo>
                  <a:lnTo>
                    <a:pt x="105158" y="253830"/>
                  </a:lnTo>
                  <a:lnTo>
                    <a:pt x="89297" y="203200"/>
                  </a:lnTo>
                  <a:lnTo>
                    <a:pt x="172205" y="185918"/>
                  </a:lnTo>
                  <a:lnTo>
                    <a:pt x="174692" y="134465"/>
                  </a:lnTo>
                  <a:lnTo>
                    <a:pt x="261932" y="127641"/>
                  </a:lnTo>
                  <a:lnTo>
                    <a:pt x="282658" y="77616"/>
                  </a:lnTo>
                  <a:lnTo>
                    <a:pt x="370418" y="81548"/>
                  </a:lnTo>
                  <a:lnTo>
                    <a:pt x="408474" y="35135"/>
                  </a:lnTo>
                  <a:lnTo>
                    <a:pt x="492919" y="49652"/>
                  </a:lnTo>
                  <a:lnTo>
                    <a:pt x="546646" y="8881"/>
                  </a:lnTo>
                  <a:lnTo>
                    <a:pt x="624083" y="33348"/>
                  </a:lnTo>
                  <a:lnTo>
                    <a:pt x="691132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259174" y="133350"/>
              <a:ext cx="863915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Basquete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357800" y="7165155"/>
            <a:ext cx="759325" cy="759325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445826" y="33348"/>
                  </a:lnTo>
                  <a:lnTo>
                    <a:pt x="491360" y="8881"/>
                  </a:lnTo>
                  <a:lnTo>
                    <a:pt x="522953" y="49652"/>
                  </a:lnTo>
                  <a:lnTo>
                    <a:pt x="572609" y="35135"/>
                  </a:lnTo>
                  <a:lnTo>
                    <a:pt x="594986" y="81548"/>
                  </a:lnTo>
                  <a:lnTo>
                    <a:pt x="646591" y="77616"/>
                  </a:lnTo>
                  <a:lnTo>
                    <a:pt x="658778" y="127641"/>
                  </a:lnTo>
                  <a:lnTo>
                    <a:pt x="710077" y="134465"/>
                  </a:lnTo>
                  <a:lnTo>
                    <a:pt x="711539" y="185918"/>
                  </a:lnTo>
                  <a:lnTo>
                    <a:pt x="760292" y="203200"/>
                  </a:lnTo>
                  <a:lnTo>
                    <a:pt x="750965" y="253830"/>
                  </a:lnTo>
                  <a:lnTo>
                    <a:pt x="795038" y="280816"/>
                  </a:lnTo>
                  <a:lnTo>
                    <a:pt x="775331" y="328411"/>
                  </a:lnTo>
                  <a:lnTo>
                    <a:pt x="812800" y="363920"/>
                  </a:lnTo>
                  <a:lnTo>
                    <a:pt x="783573" y="406400"/>
                  </a:lnTo>
                  <a:lnTo>
                    <a:pt x="812800" y="448880"/>
                  </a:lnTo>
                  <a:lnTo>
                    <a:pt x="775331" y="484389"/>
                  </a:lnTo>
                  <a:lnTo>
                    <a:pt x="795038" y="531984"/>
                  </a:lnTo>
                  <a:lnTo>
                    <a:pt x="750965" y="558970"/>
                  </a:lnTo>
                  <a:lnTo>
                    <a:pt x="760292" y="609600"/>
                  </a:lnTo>
                  <a:lnTo>
                    <a:pt x="711539" y="626882"/>
                  </a:lnTo>
                  <a:lnTo>
                    <a:pt x="710077" y="678335"/>
                  </a:lnTo>
                  <a:lnTo>
                    <a:pt x="658778" y="685159"/>
                  </a:lnTo>
                  <a:lnTo>
                    <a:pt x="646591" y="735184"/>
                  </a:lnTo>
                  <a:lnTo>
                    <a:pt x="594986" y="731252"/>
                  </a:lnTo>
                  <a:lnTo>
                    <a:pt x="572609" y="777665"/>
                  </a:lnTo>
                  <a:lnTo>
                    <a:pt x="522953" y="763148"/>
                  </a:lnTo>
                  <a:lnTo>
                    <a:pt x="491360" y="803919"/>
                  </a:lnTo>
                  <a:lnTo>
                    <a:pt x="445826" y="779452"/>
                  </a:lnTo>
                  <a:lnTo>
                    <a:pt x="406400" y="812800"/>
                  </a:lnTo>
                  <a:lnTo>
                    <a:pt x="366974" y="779452"/>
                  </a:lnTo>
                  <a:lnTo>
                    <a:pt x="321440" y="803919"/>
                  </a:lnTo>
                  <a:lnTo>
                    <a:pt x="289847" y="763148"/>
                  </a:lnTo>
                  <a:lnTo>
                    <a:pt x="240191" y="777665"/>
                  </a:lnTo>
                  <a:lnTo>
                    <a:pt x="217814" y="731252"/>
                  </a:lnTo>
                  <a:lnTo>
                    <a:pt x="166209" y="735184"/>
                  </a:lnTo>
                  <a:lnTo>
                    <a:pt x="154022" y="685159"/>
                  </a:lnTo>
                  <a:lnTo>
                    <a:pt x="102722" y="678335"/>
                  </a:lnTo>
                  <a:lnTo>
                    <a:pt x="101260" y="626882"/>
                  </a:lnTo>
                  <a:lnTo>
                    <a:pt x="52509" y="609600"/>
                  </a:lnTo>
                  <a:lnTo>
                    <a:pt x="61835" y="558970"/>
                  </a:lnTo>
                  <a:lnTo>
                    <a:pt x="17762" y="531984"/>
                  </a:lnTo>
                  <a:lnTo>
                    <a:pt x="37469" y="484389"/>
                  </a:lnTo>
                  <a:lnTo>
                    <a:pt x="0" y="448880"/>
                  </a:lnTo>
                  <a:lnTo>
                    <a:pt x="29227" y="406400"/>
                  </a:lnTo>
                  <a:lnTo>
                    <a:pt x="0" y="363920"/>
                  </a:lnTo>
                  <a:lnTo>
                    <a:pt x="37469" y="328411"/>
                  </a:lnTo>
                  <a:lnTo>
                    <a:pt x="17762" y="280816"/>
                  </a:lnTo>
                  <a:lnTo>
                    <a:pt x="61835" y="253830"/>
                  </a:lnTo>
                  <a:lnTo>
                    <a:pt x="52509" y="203200"/>
                  </a:lnTo>
                  <a:lnTo>
                    <a:pt x="101260" y="185918"/>
                  </a:lnTo>
                  <a:lnTo>
                    <a:pt x="102722" y="134465"/>
                  </a:lnTo>
                  <a:lnTo>
                    <a:pt x="154022" y="127641"/>
                  </a:lnTo>
                  <a:lnTo>
                    <a:pt x="166209" y="77616"/>
                  </a:lnTo>
                  <a:lnTo>
                    <a:pt x="217814" y="81548"/>
                  </a:lnTo>
                  <a:lnTo>
                    <a:pt x="240191" y="35135"/>
                  </a:lnTo>
                  <a:lnTo>
                    <a:pt x="289847" y="49652"/>
                  </a:lnTo>
                  <a:lnTo>
                    <a:pt x="321440" y="8881"/>
                  </a:lnTo>
                  <a:lnTo>
                    <a:pt x="366974" y="33348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152400" y="133350"/>
              <a:ext cx="508000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Judô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4482000" y="6383914"/>
            <a:ext cx="923017" cy="759325"/>
            <a:chOff x="0" y="0"/>
            <a:chExt cx="988019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88020" cy="812800"/>
            </a:xfrm>
            <a:custGeom>
              <a:avLst/>
              <a:gdLst/>
              <a:ahLst/>
              <a:cxnLst/>
              <a:rect r="r" b="b" t="t" l="l"/>
              <a:pathLst>
                <a:path h="812800" w="988020">
                  <a:moveTo>
                    <a:pt x="494010" y="0"/>
                  </a:moveTo>
                  <a:lnTo>
                    <a:pt x="541935" y="33348"/>
                  </a:lnTo>
                  <a:lnTo>
                    <a:pt x="597286" y="8881"/>
                  </a:lnTo>
                  <a:lnTo>
                    <a:pt x="635689" y="49652"/>
                  </a:lnTo>
                  <a:lnTo>
                    <a:pt x="696049" y="35135"/>
                  </a:lnTo>
                  <a:lnTo>
                    <a:pt x="723250" y="81548"/>
                  </a:lnTo>
                  <a:lnTo>
                    <a:pt x="785980" y="77616"/>
                  </a:lnTo>
                  <a:lnTo>
                    <a:pt x="800794" y="127641"/>
                  </a:lnTo>
                  <a:lnTo>
                    <a:pt x="863152" y="134465"/>
                  </a:lnTo>
                  <a:lnTo>
                    <a:pt x="864929" y="185918"/>
                  </a:lnTo>
                  <a:lnTo>
                    <a:pt x="924192" y="203200"/>
                  </a:lnTo>
                  <a:lnTo>
                    <a:pt x="912854" y="253830"/>
                  </a:lnTo>
                  <a:lnTo>
                    <a:pt x="966428" y="280816"/>
                  </a:lnTo>
                  <a:lnTo>
                    <a:pt x="942473" y="328411"/>
                  </a:lnTo>
                  <a:lnTo>
                    <a:pt x="988020" y="363920"/>
                  </a:lnTo>
                  <a:lnTo>
                    <a:pt x="952492" y="406400"/>
                  </a:lnTo>
                  <a:lnTo>
                    <a:pt x="988020" y="448880"/>
                  </a:lnTo>
                  <a:lnTo>
                    <a:pt x="942473" y="484389"/>
                  </a:lnTo>
                  <a:lnTo>
                    <a:pt x="966428" y="531984"/>
                  </a:lnTo>
                  <a:lnTo>
                    <a:pt x="912854" y="558970"/>
                  </a:lnTo>
                  <a:lnTo>
                    <a:pt x="924192" y="609600"/>
                  </a:lnTo>
                  <a:lnTo>
                    <a:pt x="864929" y="626882"/>
                  </a:lnTo>
                  <a:lnTo>
                    <a:pt x="863152" y="678335"/>
                  </a:lnTo>
                  <a:lnTo>
                    <a:pt x="800794" y="685159"/>
                  </a:lnTo>
                  <a:lnTo>
                    <a:pt x="785980" y="735184"/>
                  </a:lnTo>
                  <a:lnTo>
                    <a:pt x="723250" y="731252"/>
                  </a:lnTo>
                  <a:lnTo>
                    <a:pt x="696049" y="777665"/>
                  </a:lnTo>
                  <a:lnTo>
                    <a:pt x="635689" y="763148"/>
                  </a:lnTo>
                  <a:lnTo>
                    <a:pt x="597286" y="803919"/>
                  </a:lnTo>
                  <a:lnTo>
                    <a:pt x="541935" y="779452"/>
                  </a:lnTo>
                  <a:lnTo>
                    <a:pt x="494010" y="812800"/>
                  </a:lnTo>
                  <a:lnTo>
                    <a:pt x="446085" y="779452"/>
                  </a:lnTo>
                  <a:lnTo>
                    <a:pt x="390734" y="803919"/>
                  </a:lnTo>
                  <a:lnTo>
                    <a:pt x="352331" y="763148"/>
                  </a:lnTo>
                  <a:lnTo>
                    <a:pt x="291971" y="777665"/>
                  </a:lnTo>
                  <a:lnTo>
                    <a:pt x="264769" y="731252"/>
                  </a:lnTo>
                  <a:lnTo>
                    <a:pt x="202039" y="735184"/>
                  </a:lnTo>
                  <a:lnTo>
                    <a:pt x="187225" y="685159"/>
                  </a:lnTo>
                  <a:lnTo>
                    <a:pt x="124867" y="678335"/>
                  </a:lnTo>
                  <a:lnTo>
                    <a:pt x="123090" y="626882"/>
                  </a:lnTo>
                  <a:lnTo>
                    <a:pt x="63828" y="609600"/>
                  </a:lnTo>
                  <a:lnTo>
                    <a:pt x="75165" y="558970"/>
                  </a:lnTo>
                  <a:lnTo>
                    <a:pt x="21591" y="531984"/>
                  </a:lnTo>
                  <a:lnTo>
                    <a:pt x="45546" y="484389"/>
                  </a:lnTo>
                  <a:lnTo>
                    <a:pt x="0" y="448880"/>
                  </a:lnTo>
                  <a:lnTo>
                    <a:pt x="35527" y="406400"/>
                  </a:lnTo>
                  <a:lnTo>
                    <a:pt x="0" y="363920"/>
                  </a:lnTo>
                  <a:lnTo>
                    <a:pt x="45546" y="328411"/>
                  </a:lnTo>
                  <a:lnTo>
                    <a:pt x="21591" y="280816"/>
                  </a:lnTo>
                  <a:lnTo>
                    <a:pt x="75165" y="253830"/>
                  </a:lnTo>
                  <a:lnTo>
                    <a:pt x="63828" y="203200"/>
                  </a:lnTo>
                  <a:lnTo>
                    <a:pt x="123090" y="185918"/>
                  </a:lnTo>
                  <a:lnTo>
                    <a:pt x="124867" y="134465"/>
                  </a:lnTo>
                  <a:lnTo>
                    <a:pt x="187225" y="127641"/>
                  </a:lnTo>
                  <a:lnTo>
                    <a:pt x="202039" y="77616"/>
                  </a:lnTo>
                  <a:lnTo>
                    <a:pt x="264769" y="81548"/>
                  </a:lnTo>
                  <a:lnTo>
                    <a:pt x="291971" y="35135"/>
                  </a:lnTo>
                  <a:lnTo>
                    <a:pt x="352331" y="49652"/>
                  </a:lnTo>
                  <a:lnTo>
                    <a:pt x="390734" y="8881"/>
                  </a:lnTo>
                  <a:lnTo>
                    <a:pt x="446085" y="33348"/>
                  </a:lnTo>
                  <a:lnTo>
                    <a:pt x="494010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185254" y="133350"/>
              <a:ext cx="617512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Karatê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156156" y="6622734"/>
            <a:ext cx="759325" cy="759325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445826" y="33348"/>
                  </a:lnTo>
                  <a:lnTo>
                    <a:pt x="491360" y="8881"/>
                  </a:lnTo>
                  <a:lnTo>
                    <a:pt x="522953" y="49652"/>
                  </a:lnTo>
                  <a:lnTo>
                    <a:pt x="572609" y="35135"/>
                  </a:lnTo>
                  <a:lnTo>
                    <a:pt x="594986" y="81548"/>
                  </a:lnTo>
                  <a:lnTo>
                    <a:pt x="646591" y="77616"/>
                  </a:lnTo>
                  <a:lnTo>
                    <a:pt x="658778" y="127641"/>
                  </a:lnTo>
                  <a:lnTo>
                    <a:pt x="710077" y="134465"/>
                  </a:lnTo>
                  <a:lnTo>
                    <a:pt x="711539" y="185918"/>
                  </a:lnTo>
                  <a:lnTo>
                    <a:pt x="760292" y="203200"/>
                  </a:lnTo>
                  <a:lnTo>
                    <a:pt x="750965" y="253830"/>
                  </a:lnTo>
                  <a:lnTo>
                    <a:pt x="795038" y="280816"/>
                  </a:lnTo>
                  <a:lnTo>
                    <a:pt x="775331" y="328411"/>
                  </a:lnTo>
                  <a:lnTo>
                    <a:pt x="812800" y="363920"/>
                  </a:lnTo>
                  <a:lnTo>
                    <a:pt x="783573" y="406400"/>
                  </a:lnTo>
                  <a:lnTo>
                    <a:pt x="812800" y="448880"/>
                  </a:lnTo>
                  <a:lnTo>
                    <a:pt x="775331" y="484389"/>
                  </a:lnTo>
                  <a:lnTo>
                    <a:pt x="795038" y="531984"/>
                  </a:lnTo>
                  <a:lnTo>
                    <a:pt x="750965" y="558970"/>
                  </a:lnTo>
                  <a:lnTo>
                    <a:pt x="760292" y="609600"/>
                  </a:lnTo>
                  <a:lnTo>
                    <a:pt x="711539" y="626882"/>
                  </a:lnTo>
                  <a:lnTo>
                    <a:pt x="710077" y="678335"/>
                  </a:lnTo>
                  <a:lnTo>
                    <a:pt x="658778" y="685159"/>
                  </a:lnTo>
                  <a:lnTo>
                    <a:pt x="646591" y="735184"/>
                  </a:lnTo>
                  <a:lnTo>
                    <a:pt x="594986" y="731252"/>
                  </a:lnTo>
                  <a:lnTo>
                    <a:pt x="572609" y="777665"/>
                  </a:lnTo>
                  <a:lnTo>
                    <a:pt x="522953" y="763148"/>
                  </a:lnTo>
                  <a:lnTo>
                    <a:pt x="491360" y="803919"/>
                  </a:lnTo>
                  <a:lnTo>
                    <a:pt x="445826" y="779452"/>
                  </a:lnTo>
                  <a:lnTo>
                    <a:pt x="406400" y="812800"/>
                  </a:lnTo>
                  <a:lnTo>
                    <a:pt x="366974" y="779452"/>
                  </a:lnTo>
                  <a:lnTo>
                    <a:pt x="321440" y="803919"/>
                  </a:lnTo>
                  <a:lnTo>
                    <a:pt x="289847" y="763148"/>
                  </a:lnTo>
                  <a:lnTo>
                    <a:pt x="240191" y="777665"/>
                  </a:lnTo>
                  <a:lnTo>
                    <a:pt x="217814" y="731252"/>
                  </a:lnTo>
                  <a:lnTo>
                    <a:pt x="166209" y="735184"/>
                  </a:lnTo>
                  <a:lnTo>
                    <a:pt x="154022" y="685159"/>
                  </a:lnTo>
                  <a:lnTo>
                    <a:pt x="102722" y="678335"/>
                  </a:lnTo>
                  <a:lnTo>
                    <a:pt x="101260" y="626882"/>
                  </a:lnTo>
                  <a:lnTo>
                    <a:pt x="52509" y="609600"/>
                  </a:lnTo>
                  <a:lnTo>
                    <a:pt x="61835" y="558970"/>
                  </a:lnTo>
                  <a:lnTo>
                    <a:pt x="17762" y="531984"/>
                  </a:lnTo>
                  <a:lnTo>
                    <a:pt x="37469" y="484389"/>
                  </a:lnTo>
                  <a:lnTo>
                    <a:pt x="0" y="448880"/>
                  </a:lnTo>
                  <a:lnTo>
                    <a:pt x="29227" y="406400"/>
                  </a:lnTo>
                  <a:lnTo>
                    <a:pt x="0" y="363920"/>
                  </a:lnTo>
                  <a:lnTo>
                    <a:pt x="37469" y="328411"/>
                  </a:lnTo>
                  <a:lnTo>
                    <a:pt x="17762" y="280816"/>
                  </a:lnTo>
                  <a:lnTo>
                    <a:pt x="61835" y="253830"/>
                  </a:lnTo>
                  <a:lnTo>
                    <a:pt x="52509" y="203200"/>
                  </a:lnTo>
                  <a:lnTo>
                    <a:pt x="101260" y="185918"/>
                  </a:lnTo>
                  <a:lnTo>
                    <a:pt x="102722" y="134465"/>
                  </a:lnTo>
                  <a:lnTo>
                    <a:pt x="154022" y="127641"/>
                  </a:lnTo>
                  <a:lnTo>
                    <a:pt x="166209" y="77616"/>
                  </a:lnTo>
                  <a:lnTo>
                    <a:pt x="217814" y="81548"/>
                  </a:lnTo>
                  <a:lnTo>
                    <a:pt x="240191" y="35135"/>
                  </a:lnTo>
                  <a:lnTo>
                    <a:pt x="289847" y="49652"/>
                  </a:lnTo>
                  <a:lnTo>
                    <a:pt x="321440" y="8881"/>
                  </a:lnTo>
                  <a:lnTo>
                    <a:pt x="366974" y="33348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152400" y="133350"/>
              <a:ext cx="508000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LUTA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674931" y="7881291"/>
            <a:ext cx="759325" cy="759325"/>
            <a:chOff x="0" y="0"/>
            <a:chExt cx="8128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445826" y="33348"/>
                  </a:lnTo>
                  <a:lnTo>
                    <a:pt x="491360" y="8881"/>
                  </a:lnTo>
                  <a:lnTo>
                    <a:pt x="522953" y="49652"/>
                  </a:lnTo>
                  <a:lnTo>
                    <a:pt x="572609" y="35135"/>
                  </a:lnTo>
                  <a:lnTo>
                    <a:pt x="594986" y="81548"/>
                  </a:lnTo>
                  <a:lnTo>
                    <a:pt x="646591" y="77616"/>
                  </a:lnTo>
                  <a:lnTo>
                    <a:pt x="658778" y="127641"/>
                  </a:lnTo>
                  <a:lnTo>
                    <a:pt x="710077" y="134465"/>
                  </a:lnTo>
                  <a:lnTo>
                    <a:pt x="711539" y="185918"/>
                  </a:lnTo>
                  <a:lnTo>
                    <a:pt x="760292" y="203200"/>
                  </a:lnTo>
                  <a:lnTo>
                    <a:pt x="750965" y="253830"/>
                  </a:lnTo>
                  <a:lnTo>
                    <a:pt x="795038" y="280816"/>
                  </a:lnTo>
                  <a:lnTo>
                    <a:pt x="775331" y="328411"/>
                  </a:lnTo>
                  <a:lnTo>
                    <a:pt x="812800" y="363920"/>
                  </a:lnTo>
                  <a:lnTo>
                    <a:pt x="783573" y="406400"/>
                  </a:lnTo>
                  <a:lnTo>
                    <a:pt x="812800" y="448880"/>
                  </a:lnTo>
                  <a:lnTo>
                    <a:pt x="775331" y="484389"/>
                  </a:lnTo>
                  <a:lnTo>
                    <a:pt x="795038" y="531984"/>
                  </a:lnTo>
                  <a:lnTo>
                    <a:pt x="750965" y="558970"/>
                  </a:lnTo>
                  <a:lnTo>
                    <a:pt x="760292" y="609600"/>
                  </a:lnTo>
                  <a:lnTo>
                    <a:pt x="711539" y="626882"/>
                  </a:lnTo>
                  <a:lnTo>
                    <a:pt x="710077" y="678335"/>
                  </a:lnTo>
                  <a:lnTo>
                    <a:pt x="658778" y="685159"/>
                  </a:lnTo>
                  <a:lnTo>
                    <a:pt x="646591" y="735184"/>
                  </a:lnTo>
                  <a:lnTo>
                    <a:pt x="594986" y="731252"/>
                  </a:lnTo>
                  <a:lnTo>
                    <a:pt x="572609" y="777665"/>
                  </a:lnTo>
                  <a:lnTo>
                    <a:pt x="522953" y="763148"/>
                  </a:lnTo>
                  <a:lnTo>
                    <a:pt x="491360" y="803919"/>
                  </a:lnTo>
                  <a:lnTo>
                    <a:pt x="445826" y="779452"/>
                  </a:lnTo>
                  <a:lnTo>
                    <a:pt x="406400" y="812800"/>
                  </a:lnTo>
                  <a:lnTo>
                    <a:pt x="366974" y="779452"/>
                  </a:lnTo>
                  <a:lnTo>
                    <a:pt x="321440" y="803919"/>
                  </a:lnTo>
                  <a:lnTo>
                    <a:pt x="289847" y="763148"/>
                  </a:lnTo>
                  <a:lnTo>
                    <a:pt x="240191" y="777665"/>
                  </a:lnTo>
                  <a:lnTo>
                    <a:pt x="217814" y="731252"/>
                  </a:lnTo>
                  <a:lnTo>
                    <a:pt x="166209" y="735184"/>
                  </a:lnTo>
                  <a:lnTo>
                    <a:pt x="154022" y="685159"/>
                  </a:lnTo>
                  <a:lnTo>
                    <a:pt x="102722" y="678335"/>
                  </a:lnTo>
                  <a:lnTo>
                    <a:pt x="101260" y="626882"/>
                  </a:lnTo>
                  <a:lnTo>
                    <a:pt x="52509" y="609600"/>
                  </a:lnTo>
                  <a:lnTo>
                    <a:pt x="61835" y="558970"/>
                  </a:lnTo>
                  <a:lnTo>
                    <a:pt x="17762" y="531984"/>
                  </a:lnTo>
                  <a:lnTo>
                    <a:pt x="37469" y="484389"/>
                  </a:lnTo>
                  <a:lnTo>
                    <a:pt x="0" y="448880"/>
                  </a:lnTo>
                  <a:lnTo>
                    <a:pt x="29227" y="406400"/>
                  </a:lnTo>
                  <a:lnTo>
                    <a:pt x="0" y="363920"/>
                  </a:lnTo>
                  <a:lnTo>
                    <a:pt x="37469" y="328411"/>
                  </a:lnTo>
                  <a:lnTo>
                    <a:pt x="17762" y="280816"/>
                  </a:lnTo>
                  <a:lnTo>
                    <a:pt x="61835" y="253830"/>
                  </a:lnTo>
                  <a:lnTo>
                    <a:pt x="52509" y="203200"/>
                  </a:lnTo>
                  <a:lnTo>
                    <a:pt x="101260" y="185918"/>
                  </a:lnTo>
                  <a:lnTo>
                    <a:pt x="102722" y="134465"/>
                  </a:lnTo>
                  <a:lnTo>
                    <a:pt x="154022" y="127641"/>
                  </a:lnTo>
                  <a:lnTo>
                    <a:pt x="166209" y="77616"/>
                  </a:lnTo>
                  <a:lnTo>
                    <a:pt x="217814" y="81548"/>
                  </a:lnTo>
                  <a:lnTo>
                    <a:pt x="240191" y="35135"/>
                  </a:lnTo>
                  <a:lnTo>
                    <a:pt x="289847" y="49652"/>
                  </a:lnTo>
                  <a:lnTo>
                    <a:pt x="321440" y="8881"/>
                  </a:lnTo>
                  <a:lnTo>
                    <a:pt x="366974" y="33348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152400" y="133350"/>
              <a:ext cx="508000" cy="52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99"/>
                </a:lnSpc>
              </a:pPr>
              <a:r>
                <a:rPr lang="en-US" sz="9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Vôlei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9378605" y="306917"/>
            <a:ext cx="5081945" cy="523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Luís Felipe, Renato e Rafael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610215" y="8847255"/>
            <a:ext cx="20321213" cy="701393"/>
            <a:chOff x="0" y="0"/>
            <a:chExt cx="5352089" cy="1847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352089" cy="184729"/>
            </a:xfrm>
            <a:custGeom>
              <a:avLst/>
              <a:gdLst/>
              <a:ahLst/>
              <a:cxnLst/>
              <a:rect r="r" b="b" t="t" l="l"/>
              <a:pathLst>
                <a:path h="184729" w="535208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000003" y="1123950"/>
            <a:ext cx="14287995" cy="247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Árvore Geradora Máxima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90357" y="6901898"/>
            <a:ext cx="18107287" cy="1482358"/>
          </a:xfrm>
          <a:custGeom>
            <a:avLst/>
            <a:gdLst/>
            <a:ahLst/>
            <a:cxnLst/>
            <a:rect r="r" b="b" t="t" l="l"/>
            <a:pathLst>
              <a:path h="1482358" w="18107287">
                <a:moveTo>
                  <a:pt x="0" y="0"/>
                </a:moveTo>
                <a:lnTo>
                  <a:pt x="18107286" y="0"/>
                </a:lnTo>
                <a:lnTo>
                  <a:pt x="18107286" y="1482358"/>
                </a:lnTo>
                <a:lnTo>
                  <a:pt x="0" y="14823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0" y="3762375"/>
            <a:ext cx="18288000" cy="267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Sobre o grafo, foi construída uma Árvore Geradora Máxima (MST), que seleciona apenas as conexões mais fortes entre os nós, eliminando redundâncias e revelando o "esqueleto" das relações. Esse passo prioriza as associações mais representativas — por exemplo, as cinco mais frequentes na Wikipedia foram skate, rugby, tiro, arte marcial e gelo — indicando quais termos mais definem seus respectivos esportes.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870766" y="323850"/>
            <a:ext cx="3940731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João Pedro e Renato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059384" y="-675769"/>
            <a:ext cx="1773784" cy="11876099"/>
            <a:chOff x="0" y="0"/>
            <a:chExt cx="467170" cy="31278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67170" cy="3127862"/>
            </a:xfrm>
            <a:custGeom>
              <a:avLst/>
              <a:gdLst/>
              <a:ahLst/>
              <a:cxnLst/>
              <a:rect r="r" b="b" t="t" l="l"/>
              <a:pathLst>
                <a:path h="3127862" w="467170">
                  <a:moveTo>
                    <a:pt x="0" y="0"/>
                  </a:moveTo>
                  <a:lnTo>
                    <a:pt x="467170" y="0"/>
                  </a:lnTo>
                  <a:lnTo>
                    <a:pt x="467170" y="3127862"/>
                  </a:lnTo>
                  <a:lnTo>
                    <a:pt x="0" y="3127862"/>
                  </a:lnTo>
                  <a:close/>
                </a:path>
              </a:pathLst>
            </a:custGeom>
            <a:solidFill>
              <a:srgbClr val="34373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67170" cy="31850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079307" y="214190"/>
            <a:ext cx="6437154" cy="9858621"/>
          </a:xfrm>
          <a:custGeom>
            <a:avLst/>
            <a:gdLst/>
            <a:ahLst/>
            <a:cxnLst/>
            <a:rect r="r" b="b" t="t" l="l"/>
            <a:pathLst>
              <a:path h="9858621" w="6437154">
                <a:moveTo>
                  <a:pt x="0" y="0"/>
                </a:moveTo>
                <a:lnTo>
                  <a:pt x="6437154" y="0"/>
                </a:lnTo>
                <a:lnTo>
                  <a:pt x="6437154" y="9858620"/>
                </a:lnTo>
                <a:lnTo>
                  <a:pt x="0" y="9858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123950"/>
            <a:ext cx="1385401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Comunidades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03744" y="2788261"/>
            <a:ext cx="7282738" cy="5876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Com critério mínimo de 3 características em comum para agrupar dois esportes (com resgate de pares isolados a partir de 2), o algoritmo identificou 18 comunidades. Cada comunidade reúne esportes que a Wikipedia descreve com um vocabulário semelhante, o que equivale a dizer que compartilham elementos estruturais, físicos ou de contexto.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46244" y="9461534"/>
            <a:ext cx="3228261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  <a:spcBef>
                <a:spcPct val="0"/>
              </a:spcBef>
            </a:pPr>
            <a:r>
              <a:rPr lang="en-US" b="true" sz="30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Vinícius e Rafael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16113698" y="1028700"/>
            <a:ext cx="1145602" cy="1145602"/>
          </a:xfrm>
          <a:custGeom>
            <a:avLst/>
            <a:gdLst/>
            <a:ahLst/>
            <a:cxnLst/>
            <a:rect r="r" b="b" t="t" l="l"/>
            <a:pathLst>
              <a:path h="1145602" w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6113698" y="8112698"/>
            <a:ext cx="1145602" cy="1145602"/>
          </a:xfrm>
          <a:custGeom>
            <a:avLst/>
            <a:gdLst/>
            <a:ahLst/>
            <a:cxnLst/>
            <a:rect r="r" b="b" t="t" l="l"/>
            <a:pathLst>
              <a:path h="1145602" w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411935" y="2822869"/>
            <a:ext cx="7464131" cy="7464131"/>
          </a:xfrm>
          <a:custGeom>
            <a:avLst/>
            <a:gdLst/>
            <a:ahLst/>
            <a:cxnLst/>
            <a:rect r="r" b="b" t="t" l="l"/>
            <a:pathLst>
              <a:path h="7464131" w="7464131">
                <a:moveTo>
                  <a:pt x="0" y="0"/>
                </a:moveTo>
                <a:lnTo>
                  <a:pt x="7464130" y="0"/>
                </a:lnTo>
                <a:lnTo>
                  <a:pt x="7464130" y="7464131"/>
                </a:lnTo>
                <a:lnTo>
                  <a:pt x="0" y="74641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412146"/>
            <a:ext cx="14608693" cy="247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Visualização das Comunidades no MST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5317" y="9558582"/>
            <a:ext cx="3228261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  <a:spcBef>
                <a:spcPct val="0"/>
              </a:spcBef>
            </a:pPr>
            <a:r>
              <a:rPr lang="en-US" b="true" sz="30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Vinícius e Rafael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29308" y="1698942"/>
            <a:ext cx="8588058" cy="8588058"/>
          </a:xfrm>
          <a:custGeom>
            <a:avLst/>
            <a:gdLst/>
            <a:ahLst/>
            <a:cxnLst/>
            <a:rect r="r" b="b" t="t" l="l"/>
            <a:pathLst>
              <a:path h="8588058" w="8588058">
                <a:moveTo>
                  <a:pt x="0" y="0"/>
                </a:moveTo>
                <a:lnTo>
                  <a:pt x="8588058" y="0"/>
                </a:lnTo>
                <a:lnTo>
                  <a:pt x="8588058" y="8588058"/>
                </a:lnTo>
                <a:lnTo>
                  <a:pt x="0" y="85880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453708"/>
            <a:ext cx="1385401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Grafo antes da Poda...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-493290" y="4865060"/>
            <a:ext cx="3804517" cy="5594879"/>
          </a:xfrm>
          <a:custGeom>
            <a:avLst/>
            <a:gdLst/>
            <a:ahLst/>
            <a:cxnLst/>
            <a:rect r="r" b="b" t="t" l="l"/>
            <a:pathLst>
              <a:path h="5594879" w="3804517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882717" y="9539172"/>
            <a:ext cx="3228261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  <a:spcBef>
                <a:spcPct val="0"/>
              </a:spcBef>
            </a:pPr>
            <a:r>
              <a:rPr lang="en-US" b="true" sz="30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Vinícius e Rafael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028700" y="1028700"/>
            <a:ext cx="1015236" cy="1015236"/>
          </a:xfrm>
          <a:custGeom>
            <a:avLst/>
            <a:gdLst/>
            <a:ahLst/>
            <a:cxnLst/>
            <a:rect r="r" b="b" t="t" l="l"/>
            <a:pathLst>
              <a:path h="1015236" w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39653" y="1123950"/>
            <a:ext cx="14608693" cy="247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Uma Observação interessante</a:t>
            </a:r>
          </a:p>
        </p:txBody>
      </p:sp>
      <p:sp>
        <p:nvSpPr>
          <p:cNvPr name="Freeform 4" id="4"/>
          <p:cNvSpPr/>
          <p:nvPr/>
        </p:nvSpPr>
        <p:spPr>
          <a:xfrm flipH="true" flipV="true" rot="0">
            <a:off x="16244064" y="1028700"/>
            <a:ext cx="1015236" cy="1015236"/>
          </a:xfrm>
          <a:custGeom>
            <a:avLst/>
            <a:gdLst/>
            <a:ahLst/>
            <a:cxnLst/>
            <a:rect r="r" b="b" t="t" l="l"/>
            <a:pathLst>
              <a:path h="1015236" w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043936" y="6686550"/>
            <a:ext cx="2443433" cy="3145613"/>
          </a:xfrm>
          <a:custGeom>
            <a:avLst/>
            <a:gdLst/>
            <a:ahLst/>
            <a:cxnLst/>
            <a:rect r="r" b="b" t="t" l="l"/>
            <a:pathLst>
              <a:path h="3145613" w="2443433">
                <a:moveTo>
                  <a:pt x="0" y="0"/>
                </a:moveTo>
                <a:lnTo>
                  <a:pt x="2443433" y="0"/>
                </a:lnTo>
                <a:lnTo>
                  <a:pt x="2443433" y="3145613"/>
                </a:lnTo>
                <a:lnTo>
                  <a:pt x="0" y="3145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861002" y="6591141"/>
            <a:ext cx="3233305" cy="3336431"/>
          </a:xfrm>
          <a:custGeom>
            <a:avLst/>
            <a:gdLst/>
            <a:ahLst/>
            <a:cxnLst/>
            <a:rect r="r" b="b" t="t" l="l"/>
            <a:pathLst>
              <a:path h="3336431" w="3233305">
                <a:moveTo>
                  <a:pt x="0" y="0"/>
                </a:moveTo>
                <a:lnTo>
                  <a:pt x="3233306" y="0"/>
                </a:lnTo>
                <a:lnTo>
                  <a:pt x="3233306" y="3336431"/>
                </a:lnTo>
                <a:lnTo>
                  <a:pt x="0" y="33364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193692" y="3762375"/>
            <a:ext cx="15900615" cy="267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Uma comunidade merece destaque pela sua inesperada coesão: Curling e Tiro Esportivo foram agrupados juntos por compartilharem os descritores alvo e pontuação por precisão. Apesar de serem esportes superficialmente muito distintos, a Wikipedia os caracteriza com o mesmo vocabulário funcional, o que demonstra a capacidade do método de capturar semelhanças não óbvias.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366992" y="9374963"/>
            <a:ext cx="3554016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Luís Felipe e Rafael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77592" y="84922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629741" y="5822858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13462798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Uso de LLM no Projeto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761108"/>
            <a:ext cx="14968963" cy="320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O uso de LLM no projeto consistiu na limpeza dos dados brutos do Wikipedia para uma organização de palavras repetidas mas de forma diferentes, como: chutar, chutou, chutaram para uma única como chutar só que citava 3 vezes para não perder contagem. Além de apoio na hora de codar, sempre usando como modo chat e tira dúvidas, nunca como criador do código sem visualização e monitoramento humano do que está escrito!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77592" y="84922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108244" y="5971033"/>
            <a:ext cx="3950208" cy="4114800"/>
          </a:xfrm>
          <a:custGeom>
            <a:avLst/>
            <a:gdLst/>
            <a:ahLst/>
            <a:cxnLst/>
            <a:rect r="r" b="b" t="t" l="l"/>
            <a:pathLst>
              <a:path h="4114800" w="3950208">
                <a:moveTo>
                  <a:pt x="0" y="0"/>
                </a:moveTo>
                <a:lnTo>
                  <a:pt x="3950208" y="0"/>
                </a:lnTo>
                <a:lnTo>
                  <a:pt x="395020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7795185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761108"/>
            <a:ext cx="14968963" cy="320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Dados textuais da Wikipedia, combinados com análise de grafos, agruparam os esportes olímpicos de forma coerente e totalmente automatizada. Das 18 comunidades, a grande maioria corresponde a categorias intuitivamente corretas, validando tanto os dados extraídos quanto o algoritmo. O caso Curling–Tiro evidencia a capacidade do método de revelar afinidades funcionais latentes entre esportes aparentemente distantes.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59161" y="-353316"/>
            <a:ext cx="5954157" cy="11239916"/>
            <a:chOff x="0" y="0"/>
            <a:chExt cx="1568173" cy="29603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68173" cy="2960307"/>
            </a:xfrm>
            <a:custGeom>
              <a:avLst/>
              <a:gdLst/>
              <a:ahLst/>
              <a:cxnLst/>
              <a:rect r="r" b="b" t="t" l="l"/>
              <a:pathLst>
                <a:path h="2960307" w="1568173">
                  <a:moveTo>
                    <a:pt x="0" y="0"/>
                  </a:moveTo>
                  <a:lnTo>
                    <a:pt x="1568173" y="0"/>
                  </a:lnTo>
                  <a:lnTo>
                    <a:pt x="1568173" y="2960307"/>
                  </a:lnTo>
                  <a:lnTo>
                    <a:pt x="0" y="2960307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568173" cy="30174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6519658"/>
            <a:ext cx="7613364" cy="576205"/>
            <a:chOff x="0" y="0"/>
            <a:chExt cx="2005166" cy="1517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05166" cy="151758"/>
            </a:xfrm>
            <a:custGeom>
              <a:avLst/>
              <a:gdLst/>
              <a:ahLst/>
              <a:cxnLst/>
              <a:rect r="r" b="b" t="t" l="l"/>
              <a:pathLst>
                <a:path h="151758" w="2005166">
                  <a:moveTo>
                    <a:pt x="0" y="0"/>
                  </a:moveTo>
                  <a:lnTo>
                    <a:pt x="2005166" y="0"/>
                  </a:lnTo>
                  <a:lnTo>
                    <a:pt x="2005166" y="151758"/>
                  </a:lnTo>
                  <a:lnTo>
                    <a:pt x="0" y="151758"/>
                  </a:lnTo>
                  <a:close/>
                </a:path>
              </a:pathLst>
            </a:custGeom>
            <a:ln w="38100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005166" cy="2089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28700" y="8622875"/>
            <a:ext cx="635425" cy="635425"/>
          </a:xfrm>
          <a:custGeom>
            <a:avLst/>
            <a:gdLst/>
            <a:ahLst/>
            <a:cxnLst/>
            <a:rect r="r" b="b" t="t" l="l"/>
            <a:pathLst>
              <a:path h="635425" w="635425">
                <a:moveTo>
                  <a:pt x="0" y="0"/>
                </a:moveTo>
                <a:lnTo>
                  <a:pt x="635425" y="0"/>
                </a:lnTo>
                <a:lnTo>
                  <a:pt x="635425" y="635425"/>
                </a:lnTo>
                <a:lnTo>
                  <a:pt x="0" y="6354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859820" y="2434430"/>
            <a:ext cx="6398682" cy="3199341"/>
          </a:xfrm>
          <a:custGeom>
            <a:avLst/>
            <a:gdLst/>
            <a:ahLst/>
            <a:cxnLst/>
            <a:rect r="r" b="b" t="t" l="l"/>
            <a:pathLst>
              <a:path h="3199341" w="6398682">
                <a:moveTo>
                  <a:pt x="0" y="0"/>
                </a:moveTo>
                <a:lnTo>
                  <a:pt x="6398682" y="0"/>
                </a:lnTo>
                <a:lnTo>
                  <a:pt x="6398682" y="3199341"/>
                </a:lnTo>
                <a:lnTo>
                  <a:pt x="0" y="3199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3528090" y="6261133"/>
            <a:ext cx="4300872" cy="3658297"/>
          </a:xfrm>
          <a:custGeom>
            <a:avLst/>
            <a:gdLst/>
            <a:ahLst/>
            <a:cxnLst/>
            <a:rect r="r" b="b" t="t" l="l"/>
            <a:pathLst>
              <a:path h="3658297" w="4300872">
                <a:moveTo>
                  <a:pt x="0" y="0"/>
                </a:moveTo>
                <a:lnTo>
                  <a:pt x="4300872" y="0"/>
                </a:lnTo>
                <a:lnTo>
                  <a:pt x="4300872" y="3658297"/>
                </a:lnTo>
                <a:lnTo>
                  <a:pt x="0" y="36582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607576"/>
            <a:ext cx="10020426" cy="485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 pela Atenção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5902358"/>
            <a:ext cx="7446366" cy="391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en-US" sz="2199" spc="38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Foi um projeto de muito aprendizado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71812" y="6562028"/>
            <a:ext cx="8227076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97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Grupo 11 - Tema D - EDA2 T01 2026.01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7428976"/>
            <a:ext cx="5282524" cy="483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FCTE/ UnB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DAHNDrN1pts</dc:identifier>
  <dcterms:modified xsi:type="dcterms:W3CDTF">2011-08-01T06:04:30Z</dcterms:modified>
  <cp:revision>1</cp:revision>
  <dc:title>slidesEDA2TemaD</dc:title>
</cp:coreProperties>
</file>